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restaurer un ou plusieurs schémas (objets + données) sans écraser toute la base 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 1 : la base temporaire sert uniquement de source. Étape 2 : seuls les schémas choisis sont remplacés dans la cible, le reste de la base n'est pas touché. Étape 3 : on nettoie une fois le résultat validé.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Noms d'instance, de bases et chemins à adapter. Les étapes 1 et 3 utilisent dbatools, déjà requis par le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contrôle des logs est la condition pour passer à l'étape 3 : tant que la temporaire existe, on peut relancer.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407920"/>
            <a:ext cx="1056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60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6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312920"/>
            <a:ext cx="10566400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407920"/>
            <a:ext cx="1056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60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6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312920"/>
            <a:ext cx="10566400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94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00" kern="0" dirty="0">
                <a:solidFill>
                  <a:srgbClr val="E891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restoreSchema.ps1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0792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Restaurer un schéma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Server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262120"/>
            <a:ext cx="85026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Méthode d'application : restaurer un backup temporaire, copier les schémas voulus vers la base cible, puis nettoyer.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A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Pierre-Antoine Collet · PowerShell 7 + dbatools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C26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MÉTHODE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3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étapes, une base temporaire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5"/>
            <a:ext cx="3041650" cy="25590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58720"/>
            <a:ext cx="255341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26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992120"/>
            <a:ext cx="25534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Restaurer le backup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423920"/>
            <a:ext cx="2553411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 le serveur cible, restaurer le backup de la base source sous un nom temporaire (ex. HR2022_TMP).</a:t>
            </a:r>
            <a:endParaRPr lang="en-US" sz="14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3200" y="3342640"/>
            <a:ext cx="4064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5175" y="2153920"/>
            <a:ext cx="3041650" cy="2606040"/>
          </a:xfrm>
          <a:prstGeom prst="roundRect">
            <a:avLst>
              <a:gd name="adj" fmla="val 4751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6480" y="2435225"/>
            <a:ext cx="255341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E8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856480" y="2968625"/>
            <a:ext cx="255341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Lancer restoreSchema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56480" y="3705225"/>
            <a:ext cx="2553411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Copier les schémas voulus (objets + données) de la base temporaire vers la base cible.</a:t>
            </a:r>
            <a:endParaRPr lang="en-US" sz="14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3342640"/>
            <a:ext cx="4064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34375" y="2025015"/>
            <a:ext cx="3041650" cy="286385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15680" y="2306320"/>
            <a:ext cx="255341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26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615680" y="2839720"/>
            <a:ext cx="255341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Supprimer la temporaire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15680" y="3576320"/>
            <a:ext cx="2553411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Après contrôle des logs, supprimer la base restaurée temporairement pour libérer l'espace.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une restauration temporaire ?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 script travaille sur une seule instance (-SqlInstance) : source et cible doivent y cohabiter.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C26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PRATIQUE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3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commandes, étape par étape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76780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Restauration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1000" y="1920241"/>
            <a:ext cx="8458200" cy="762000"/>
          </a:xfrm>
          <a:prstGeom prst="roundRect">
            <a:avLst>
              <a:gd name="adj" fmla="val 11667"/>
            </a:avLst>
          </a:prstGeom>
          <a:solidFill>
            <a:srgbClr val="14213D"/>
          </a:solidFill>
          <a:ln/>
        </p:spPr>
        <p:txBody>
          <a:bodyPr wrap="square" lIns="177162" tIns="126362" rIns="0" bIns="10096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Restore-DbaDatabase -SqlInstance "MyServer\SQL01" -Path "D:\Backup\HR2022.bak"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-DatabaseName "HR2022_TMP" -ReplaceDbNameInFile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230880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restoreSchema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1000" y="2860041"/>
            <a:ext cx="8458200" cy="990600"/>
          </a:xfrm>
          <a:prstGeom prst="roundRect">
            <a:avLst>
              <a:gd name="adj" fmla="val 8974"/>
            </a:avLst>
          </a:prstGeom>
          <a:solidFill>
            <a:srgbClr val="14213D"/>
          </a:solidFill>
          <a:ln/>
        </p:spPr>
        <p:txBody>
          <a:bodyPr wrap="square" lIns="227962" tIns="126362" rIns="0" bIns="10096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.\restoreSchema.ps1 -SqlInstance "MyServer\SQL01" -SourceDB "HR2022_TMP"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-TargetDB "HR2022" -SchemaName "HumanResources"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-LogInstance "MyServer\SQL01" -LogDatabase "RestoreLogs" -Parallel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1000" y="2860041"/>
            <a:ext cx="8458200" cy="990600"/>
          </a:xfrm>
          <a:custGeom>
            <a:avLst/>
            <a:gdLst/>
            <a:ahLst/>
            <a:cxnLst/>
            <a:rect l="l" t="t" r="r" b="b"/>
            <a:pathLst>
              <a:path w="8458200" h="990600">
                <a:moveTo>
                  <a:pt x="88900" y="990600"/>
                </a:moveTo>
                <a:lnTo>
                  <a:pt x="88900" y="990600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38100" stAng="16200000" swAng="-5400000"/>
                <a:lnTo>
                  <a:pt x="50800" y="901700"/>
                </a:lnTo>
                <a:arcTo hR="88900" wR="38100" stAng="10800000" swAng="-5400000"/>
                <a:close/>
              </a:path>
            </a:pathLst>
          </a:custGeom>
          <a:solidFill>
            <a:srgbClr val="E8913F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4170680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Nettoyage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1000" y="4028441"/>
            <a:ext cx="8458200" cy="53340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/>
        </p:spPr>
        <p:txBody>
          <a:bodyPr wrap="square" lIns="177162" tIns="126362" rIns="0" bIns="10096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Remove-DbaDatabase -SqlInstance "MyServer\SQL01" -Database "HR2022_TMP"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Plusieurs schémas ? Un appel de l'étape 2 par schéma, sur la même base temporaire.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8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SOUS LE CAPOT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3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fait le script, ce qu'on vérifie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21841"/>
            <a:ext cx="5156200" cy="2636520"/>
          </a:xfrm>
          <a:prstGeom prst="roundRect">
            <a:avLst>
              <a:gd name="adj" fmla="val 4817"/>
            </a:avLst>
          </a:prstGeom>
          <a:solidFill>
            <a:srgbClr val="1E2E52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326641"/>
            <a:ext cx="46829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Pendant l'étape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95832" y="2753361"/>
            <a:ext cx="459714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Contrôle des vues / fonctions SCHEMABINDING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des vues et fonctions dans l'ordre des dépendances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FK désactivées le temps du chargement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Tables, index, contraintes, triggers recréés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Données transférées, en parallèle avec -Parallel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3000" y="2021841"/>
            <a:ext cx="5156200" cy="2636520"/>
          </a:xfrm>
          <a:prstGeom prst="roundRect">
            <a:avLst>
              <a:gd name="adj" fmla="val 4817"/>
            </a:avLst>
          </a:prstGeom>
          <a:solidFill>
            <a:srgbClr val="1E2E52"/>
          </a:solidFill>
          <a:ln/>
        </p:spPr>
      </p:sp>
      <p:sp>
        <p:nvSpPr>
          <p:cNvPr id="8" name="Text 6"/>
          <p:cNvSpPr/>
          <p:nvPr/>
        </p:nvSpPr>
        <p:spPr>
          <a:xfrm>
            <a:off x="6527800" y="2326641"/>
            <a:ext cx="46829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Avant / après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6032" y="2753361"/>
            <a:ext cx="459714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Simuler d'abord avec -WhatIf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schéma doit exister dans la source et la cible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Vérifier RestoreSchemaLog (ErrorCode = 0) et le détail avant de supprimer la temporaire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-ContinueOnError pour ne pas s'arrêter à la 1re table en échec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A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Prérequis : PowerShell 7+, modules dbatools et Logging, droits sur les instances cible et de log.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toreSchema – Méthode d'application">
  <a:themeElements>
    <a:clrScheme name="restoreSchema – Méthode d'application">
      <a:dk1>
        <a:srgbClr val="14213D"/>
      </a:dk1>
      <a:lt1>
        <a:srgbClr val="F7F6F2"/>
      </a:lt1>
      <a:dk2>
        <a:srgbClr val="2B364F"/>
      </a:dk2>
      <a:lt2>
        <a:srgbClr val="BEC1C5"/>
      </a:lt2>
      <a:accent1>
        <a:srgbClr val="E8913F"/>
      </a:accent1>
      <a:accent2>
        <a:srgbClr val="C2631A"/>
      </a:accent2>
      <a:accent3>
        <a:srgbClr val="8C9AB3"/>
      </a:accent3>
      <a:accent4>
        <a:srgbClr val="4A5568"/>
      </a:accent4>
      <a:accent5>
        <a:srgbClr val="C9D3E3"/>
      </a:accent5>
      <a:accent6>
        <a:srgbClr val="9AA0A6"/>
      </a:accent6>
      <a:hlink>
        <a:srgbClr val="0563C1"/>
      </a:hlink>
      <a:folHlink>
        <a:srgbClr val="954F72"/>
      </a:folHlink>
    </a:clrScheme>
    <a:fontScheme name="restoreSchema – Méthode d'application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restoreSchema – Méthode d'application</dc:title>
  <dc:subject/>
  <dc:creator/>
  <cp:lastModifiedBy/>
  <cp:revision>1</cp:revision>
  <dcterms:created xsi:type="dcterms:W3CDTF">2026-10-09T14:53:05Z</dcterms:created>
  <dcterms:modified xsi:type="dcterms:W3CDTF">2026-10-09T14:53:05Z</dcterms:modified>
</cp:coreProperties>
</file>